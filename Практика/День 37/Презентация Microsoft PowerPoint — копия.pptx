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4" r:id="rId2"/>
    <p:sldId id="263" r:id="rId3"/>
    <p:sldId id="265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студенты 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умные</c:v>
                </c:pt>
                <c:pt idx="1">
                  <c:v>тупые</c:v>
                </c:pt>
                <c:pt idx="2">
                  <c:v>нормальные</c:v>
                </c:pt>
                <c:pt idx="3">
                  <c:v>любят гарри потера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C5-4FCF-96F3-B85F4A5E7A0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студенты 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умные</c:v>
                </c:pt>
                <c:pt idx="1">
                  <c:v>тупые</c:v>
                </c:pt>
                <c:pt idx="2">
                  <c:v>нормальные</c:v>
                </c:pt>
                <c:pt idx="3">
                  <c:v>любят гарри потера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C5-4FCF-96F3-B85F4A5E7A08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студенты б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умные</c:v>
                </c:pt>
                <c:pt idx="1">
                  <c:v>тупые</c:v>
                </c:pt>
                <c:pt idx="2">
                  <c:v>нормальные</c:v>
                </c:pt>
                <c:pt idx="3">
                  <c:v>любят гарри потера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C5-4FCF-96F3-B85F4A5E7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4059551"/>
        <c:axId val="984056639"/>
      </c:barChart>
      <c:catAx>
        <c:axId val="984059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84056639"/>
        <c:crosses val="autoZero"/>
        <c:auto val="1"/>
        <c:lblAlgn val="ctr"/>
        <c:lblOffset val="100"/>
        <c:noMultiLvlLbl val="0"/>
      </c:catAx>
      <c:valAx>
        <c:axId val="984056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84059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09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22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6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77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4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35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4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39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7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074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247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710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98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922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237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3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908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D74C48-07FF-49E4-BCC4-3236911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студенты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B8929B6B-CD2B-438F-8994-169C74F3D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5652"/>
              </p:ext>
            </p:extLst>
          </p:nvPr>
        </p:nvGraphicFramePr>
        <p:xfrm>
          <a:off x="1141413" y="2667000"/>
          <a:ext cx="9906000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062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3B1E1-F60A-49B3-BB80-A33DC54D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634856CF-521C-40BA-A892-3E3AF2CC8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472686"/>
              </p:ext>
            </p:extLst>
          </p:nvPr>
        </p:nvGraphicFramePr>
        <p:xfrm>
          <a:off x="1141409" y="2667000"/>
          <a:ext cx="990600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43">
                  <a:extLst>
                    <a:ext uri="{9D8B030D-6E8A-4147-A177-3AD203B41FA5}">
                      <a16:colId xmlns:a16="http://schemas.microsoft.com/office/drawing/2014/main" val="3426378043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348410481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3100205222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081710595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202555738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467364450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303178296"/>
                    </a:ext>
                  </a:extLst>
                </a:gridCol>
              </a:tblGrid>
              <a:tr h="255356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помидоры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листья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морковь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петрушка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банан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огурчик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29397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229174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ru-RU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494707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41373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ru-RU" dirty="0"/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221756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ru-RU" dirty="0"/>
                        <a:t>2222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446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876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4236A-BE88-4F33-9DB4-2F63D771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1749C-B541-45BB-A4A7-7F05D5C4B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202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43</TotalTime>
  <Words>44</Words>
  <Application>Microsoft Office PowerPoint</Application>
  <PresentationFormat>Широкоэкранный</PresentationFormat>
  <Paragraphs>44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Сетка</vt:lpstr>
      <vt:lpstr>студенты</vt:lpstr>
      <vt:lpstr>таблица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Крокодилы лучшие звери</dc:title>
  <dc:creator>Ермаченко Александра</dc:creator>
  <cp:lastModifiedBy>Ермаченко Александра</cp:lastModifiedBy>
  <cp:revision>7</cp:revision>
  <dcterms:created xsi:type="dcterms:W3CDTF">2026-04-17T07:01:44Z</dcterms:created>
  <dcterms:modified xsi:type="dcterms:W3CDTF">2026-04-17T07:46:42Z</dcterms:modified>
</cp:coreProperties>
</file>