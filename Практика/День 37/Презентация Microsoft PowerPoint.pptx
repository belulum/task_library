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20" y="-19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09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22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65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77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48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356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14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0398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7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7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074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247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710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985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922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237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3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1CDBE2E-14F2-4421-9360-910F053EDC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86AEF00-7FED-47F4-AF25-D2219E84C6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908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CAF566-5273-4FF6-941F-83E6041245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Крокодилы лучшие звери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1298CD-7C3A-4868-B5F6-43467BB8BA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От Саши </a:t>
            </a:r>
            <a:r>
              <a:rPr lang="ru-RU" dirty="0" err="1"/>
              <a:t>Круснов</a:t>
            </a:r>
            <a:endParaRPr lang="ru-RU" dirty="0"/>
          </a:p>
        </p:txBody>
      </p:sp>
      <p:sp>
        <p:nvSpPr>
          <p:cNvPr id="4" name="Управляющая кнопка: &quot;Вперед&quot; или &quot;Следующий&quot; 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2206E19-93D3-448B-91E2-CBDB857AAA2D}"/>
              </a:ext>
            </a:extLst>
          </p:cNvPr>
          <p:cNvSpPr/>
          <p:nvPr/>
        </p:nvSpPr>
        <p:spPr>
          <a:xfrm>
            <a:off x="10440988" y="5362113"/>
            <a:ext cx="1042416" cy="104241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838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78"/>
    </mc:Choice>
    <mc:Fallback>
      <p:transition spd="slow" advTm="277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816A9-579A-4CBA-82CA-471027C09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50" y="-224590"/>
            <a:ext cx="10054220" cy="1905000"/>
          </a:xfrm>
        </p:spPr>
        <p:txBody>
          <a:bodyPr/>
          <a:lstStyle/>
          <a:p>
            <a:r>
              <a:rPr lang="ru-RU" dirty="0"/>
              <a:t>Структура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F4566A-DC38-4C90-895B-6E0050AC86A5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0999282" y="8490283"/>
            <a:ext cx="168505" cy="190500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FB87370-E23B-41ED-8270-DD0DBA9A467D}"/>
              </a:ext>
            </a:extLst>
          </p:cNvPr>
          <p:cNvSpPr/>
          <p:nvPr/>
        </p:nvSpPr>
        <p:spPr>
          <a:xfrm>
            <a:off x="4219073" y="1279357"/>
            <a:ext cx="3158736" cy="8021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Крокодилы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F04D30F-089F-4C53-B690-AEEF906D1600}"/>
              </a:ext>
            </a:extLst>
          </p:cNvPr>
          <p:cNvSpPr/>
          <p:nvPr/>
        </p:nvSpPr>
        <p:spPr>
          <a:xfrm>
            <a:off x="1138988" y="2626894"/>
            <a:ext cx="3158736" cy="8021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Крокодииилы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5EB2751-5843-47F0-96B1-C768759C0965}"/>
              </a:ext>
            </a:extLst>
          </p:cNvPr>
          <p:cNvSpPr/>
          <p:nvPr/>
        </p:nvSpPr>
        <p:spPr>
          <a:xfrm>
            <a:off x="7331242" y="2626894"/>
            <a:ext cx="3158736" cy="8021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Кроккккодилы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5D8566-DF48-4879-BBC3-04A8F0A8E814}"/>
              </a:ext>
            </a:extLst>
          </p:cNvPr>
          <p:cNvSpPr/>
          <p:nvPr/>
        </p:nvSpPr>
        <p:spPr>
          <a:xfrm>
            <a:off x="4219073" y="3974432"/>
            <a:ext cx="3158736" cy="8021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Ккроккодиллы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F43828E-8D4D-447E-8F5F-416590BB1C6D}"/>
              </a:ext>
            </a:extLst>
          </p:cNvPr>
          <p:cNvSpPr/>
          <p:nvPr/>
        </p:nvSpPr>
        <p:spPr>
          <a:xfrm>
            <a:off x="2454442" y="5177590"/>
            <a:ext cx="6529137" cy="80210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Кро</a:t>
            </a:r>
            <a:r>
              <a:rPr lang="en-US" dirty="0" err="1"/>
              <a:t>ooooooooooo</a:t>
            </a:r>
            <a:r>
              <a:rPr lang="ru-RU" dirty="0" err="1"/>
              <a:t>кодилы</a:t>
            </a:r>
            <a:endParaRPr lang="ru-RU" dirty="0"/>
          </a:p>
        </p:txBody>
      </p:sp>
      <p:cxnSp>
        <p:nvCxnSpPr>
          <p:cNvPr id="11" name="Соединитель: уступ 10">
            <a:extLst>
              <a:ext uri="{FF2B5EF4-FFF2-40B4-BE49-F238E27FC236}">
                <a16:creationId xmlns:a16="http://schemas.microsoft.com/office/drawing/2014/main" id="{8FAF372D-7FEE-4629-88E1-0A85AC9E5C70}"/>
              </a:ext>
            </a:extLst>
          </p:cNvPr>
          <p:cNvCxnSpPr/>
          <p:nvPr/>
        </p:nvCxnSpPr>
        <p:spPr>
          <a:xfrm rot="5400000">
            <a:off x="3366837" y="1794710"/>
            <a:ext cx="613611" cy="3850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: уступ 11">
            <a:extLst>
              <a:ext uri="{FF2B5EF4-FFF2-40B4-BE49-F238E27FC236}">
                <a16:creationId xmlns:a16="http://schemas.microsoft.com/office/drawing/2014/main" id="{733DAD02-E3FD-4DC0-8C12-CEB21EA9FD4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62652" y="1907784"/>
            <a:ext cx="613614" cy="279176"/>
          </a:xfrm>
          <a:prstGeom prst="bentConnector3">
            <a:avLst>
              <a:gd name="adj1" fmla="val 343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2A712F36-F72E-4CF2-A05E-64DF7239B301}"/>
              </a:ext>
            </a:extLst>
          </p:cNvPr>
          <p:cNvCxnSpPr/>
          <p:nvPr/>
        </p:nvCxnSpPr>
        <p:spPr>
          <a:xfrm>
            <a:off x="5719010" y="2354179"/>
            <a:ext cx="0" cy="1265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56FF0111-5280-4B43-AD2C-53921BDA4F12}"/>
              </a:ext>
            </a:extLst>
          </p:cNvPr>
          <p:cNvCxnSpPr/>
          <p:nvPr/>
        </p:nvCxnSpPr>
        <p:spPr>
          <a:xfrm>
            <a:off x="2718356" y="3619499"/>
            <a:ext cx="0" cy="1265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F5AD1B38-25B8-411A-8ADD-FA3ED67A201E}"/>
              </a:ext>
            </a:extLst>
          </p:cNvPr>
          <p:cNvCxnSpPr/>
          <p:nvPr/>
        </p:nvCxnSpPr>
        <p:spPr>
          <a:xfrm>
            <a:off x="8862483" y="3619499"/>
            <a:ext cx="0" cy="1265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Управляющая кнопка: &quot;Вперед&quot; или &quot;Следующий&quot;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4EF083B-7D29-43CE-9758-973CB9EFA515}"/>
              </a:ext>
            </a:extLst>
          </p:cNvPr>
          <p:cNvSpPr/>
          <p:nvPr/>
        </p:nvSpPr>
        <p:spPr>
          <a:xfrm>
            <a:off x="10489978" y="5458488"/>
            <a:ext cx="1042416" cy="104241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823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7"/>
    </mc:Choice>
    <mc:Fallback>
      <p:transition spd="slow" advTm="8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6A928-2314-4646-BA7D-82D6D5744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40" y="-192505"/>
            <a:ext cx="9905998" cy="1905000"/>
          </a:xfrm>
        </p:spPr>
        <p:txBody>
          <a:bodyPr/>
          <a:lstStyle/>
          <a:p>
            <a:r>
              <a:rPr lang="ru-RU" dirty="0"/>
              <a:t>Современные виды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D577B2-DDEF-4055-917A-2DB906CC3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487" y="2235867"/>
            <a:ext cx="10970376" cy="3124201"/>
          </a:xfrm>
        </p:spPr>
        <p:txBody>
          <a:bodyPr numCol="3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Гребнистый крокодил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Нильский крокодил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Пустынный крокодил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Острорылый крокодил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 err="1"/>
              <a:t>Оринокский</a:t>
            </a:r>
            <a:r>
              <a:rPr lang="ru-RU" sz="1900" dirty="0"/>
              <a:t> крокодил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Болотный крокодил (</a:t>
            </a:r>
            <a:r>
              <a:rPr lang="ru-RU" sz="1900" dirty="0" err="1"/>
              <a:t>Магер</a:t>
            </a:r>
            <a:r>
              <a:rPr lang="ru-RU" sz="19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Сиамский крокодил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Филиппинский крокодил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Австралийский узкорылый крокодил (крокодил </a:t>
            </a:r>
            <a:r>
              <a:rPr lang="ru-RU" sz="1900" dirty="0" err="1"/>
              <a:t>Джонстона</a:t>
            </a:r>
            <a:r>
              <a:rPr lang="ru-RU" sz="19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 err="1"/>
              <a:t>Новогвинейский</a:t>
            </a:r>
            <a:r>
              <a:rPr lang="ru-RU" sz="1900" dirty="0"/>
              <a:t> крокодил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Крокодил Холла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Крокодил </a:t>
            </a:r>
            <a:r>
              <a:rPr lang="ru-RU" sz="1900" dirty="0" err="1"/>
              <a:t>Морле</a:t>
            </a:r>
            <a:endParaRPr lang="ru-RU" sz="1900" dirty="0"/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Кубинский крокодил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Африканский узкорылый крокодил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Центральноафриканский узкорылый крокодил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Тупорылый крокодил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 err="1"/>
              <a:t>Миссисипский</a:t>
            </a:r>
            <a:r>
              <a:rPr lang="ru-RU" sz="1900" dirty="0"/>
              <a:t> аллигатор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Китайский аллигатор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Черный кайман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Крокодиловый кайман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Парагвайский кайман (</a:t>
            </a:r>
            <a:r>
              <a:rPr lang="ru-RU" sz="1900" dirty="0" err="1"/>
              <a:t>Якарский</a:t>
            </a:r>
            <a:r>
              <a:rPr lang="ru-RU" sz="19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/>
              <a:t>Широкомордый кайман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 err="1"/>
              <a:t>Гладколобый</a:t>
            </a:r>
            <a:r>
              <a:rPr lang="ru-RU" sz="1900" dirty="0"/>
              <a:t> кайман Кювье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 err="1"/>
              <a:t>Гладколобый</a:t>
            </a:r>
            <a:r>
              <a:rPr lang="ru-RU" sz="1900" dirty="0"/>
              <a:t> кайман Шнайдера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 err="1"/>
              <a:t>Гангский</a:t>
            </a:r>
            <a:r>
              <a:rPr lang="ru-RU" sz="1900" dirty="0"/>
              <a:t> гавиал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900" dirty="0" err="1"/>
              <a:t>Гавиаловый</a:t>
            </a:r>
            <a:r>
              <a:rPr lang="ru-RU" sz="1900" dirty="0"/>
              <a:t> (ложный) крокодил</a:t>
            </a:r>
          </a:p>
          <a:p>
            <a:pPr>
              <a:buFont typeface="Wingdings" panose="05000000000000000000" pitchFamily="2" charset="2"/>
              <a:buChar char="§"/>
            </a:pPr>
            <a:endParaRPr lang="ru-RU" sz="1900" dirty="0"/>
          </a:p>
        </p:txBody>
      </p:sp>
    </p:spTree>
    <p:extLst>
      <p:ext uri="{BB962C8B-B14F-4D97-AF65-F5344CB8AC3E}">
        <p14:creationId xmlns:p14="http://schemas.microsoft.com/office/powerpoint/2010/main" val="1818219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7"/>
    </mc:Choice>
    <mc:Fallback>
      <p:transition spd="slow" advTm="3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DC83BA-D836-41C3-9CF9-F1B0C27D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433" y="609600"/>
            <a:ext cx="10501978" cy="1905000"/>
          </a:xfrm>
        </p:spPr>
        <p:txBody>
          <a:bodyPr/>
          <a:lstStyle/>
          <a:p>
            <a:r>
              <a:rPr lang="ru-RU" sz="4000" b="1" dirty="0"/>
              <a:t>Семейства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EFE8B3-8E49-4B1E-9069-689A71AA4F15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-5277853" y="4331368"/>
            <a:ext cx="4427621" cy="1459832"/>
          </a:xfrm>
        </p:spPr>
        <p:txBody>
          <a:bodyPr/>
          <a:lstStyle/>
          <a:p>
            <a:endParaRPr lang="ru-RU" dirty="0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D434DB7D-D1FF-4F63-BC12-4151DA326C0A}"/>
              </a:ext>
            </a:extLst>
          </p:cNvPr>
          <p:cNvCxnSpPr/>
          <p:nvPr/>
        </p:nvCxnSpPr>
        <p:spPr>
          <a:xfrm>
            <a:off x="2181726" y="2514600"/>
            <a:ext cx="0" cy="1279358"/>
          </a:xfrm>
          <a:prstGeom prst="straightConnector1">
            <a:avLst/>
          </a:prstGeom>
          <a:ln w="76200">
            <a:tailEnd type="triangle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6BBFAE56-89DB-49A5-9296-9B7617CED334}"/>
              </a:ext>
            </a:extLst>
          </p:cNvPr>
          <p:cNvCxnSpPr>
            <a:cxnSpLocks/>
          </p:cNvCxnSpPr>
          <p:nvPr/>
        </p:nvCxnSpPr>
        <p:spPr>
          <a:xfrm>
            <a:off x="3710572" y="2223837"/>
            <a:ext cx="1113338" cy="1048752"/>
          </a:xfrm>
          <a:prstGeom prst="straightConnector1">
            <a:avLst/>
          </a:prstGeom>
          <a:ln w="76200">
            <a:tailEnd type="triangle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0FE144C6-07FA-45D1-9690-60F2E3A6A765}"/>
              </a:ext>
            </a:extLst>
          </p:cNvPr>
          <p:cNvCxnSpPr>
            <a:cxnSpLocks/>
          </p:cNvCxnSpPr>
          <p:nvPr/>
        </p:nvCxnSpPr>
        <p:spPr>
          <a:xfrm>
            <a:off x="4823910" y="1562100"/>
            <a:ext cx="1718093" cy="0"/>
          </a:xfrm>
          <a:prstGeom prst="straightConnector1">
            <a:avLst/>
          </a:prstGeom>
          <a:ln w="76200">
            <a:tailEnd type="triangle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EB71653-E30E-4FA9-994C-FDB1C5A7FA8B}"/>
              </a:ext>
            </a:extLst>
          </p:cNvPr>
          <p:cNvSpPr txBox="1"/>
          <p:nvPr/>
        </p:nvSpPr>
        <p:spPr>
          <a:xfrm>
            <a:off x="277562" y="3832519"/>
            <a:ext cx="540133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000" dirty="0"/>
              <a:t>Настоящие крокодилы (</a:t>
            </a:r>
            <a:r>
              <a:rPr lang="en-US" sz="5000" dirty="0"/>
              <a:t>Crocodylidae)</a:t>
            </a:r>
            <a:endParaRPr lang="ru-RU" sz="5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7E6D67-B36D-4DCE-B547-22EC0DA8CDEE}"/>
              </a:ext>
            </a:extLst>
          </p:cNvPr>
          <p:cNvSpPr txBox="1"/>
          <p:nvPr/>
        </p:nvSpPr>
        <p:spPr>
          <a:xfrm>
            <a:off x="4612565" y="3429000"/>
            <a:ext cx="660207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000" dirty="0" err="1"/>
              <a:t>Аллигаторовые</a:t>
            </a:r>
            <a:r>
              <a:rPr lang="ru-RU" sz="5000" dirty="0"/>
              <a:t> (</a:t>
            </a:r>
            <a:r>
              <a:rPr lang="en-US" sz="5000" dirty="0"/>
              <a:t>Alligatoridae)</a:t>
            </a:r>
            <a:endParaRPr lang="ru-RU" sz="5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09DD58-CADD-4735-A4BC-9094D3C45965}"/>
              </a:ext>
            </a:extLst>
          </p:cNvPr>
          <p:cNvSpPr txBox="1"/>
          <p:nvPr/>
        </p:nvSpPr>
        <p:spPr>
          <a:xfrm>
            <a:off x="6949865" y="1114744"/>
            <a:ext cx="44881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000" dirty="0" err="1"/>
              <a:t>Гавиаловые</a:t>
            </a:r>
            <a:r>
              <a:rPr lang="ru-RU" sz="5000" dirty="0"/>
              <a:t> (</a:t>
            </a:r>
            <a:r>
              <a:rPr lang="en-US" sz="5000" dirty="0" err="1"/>
              <a:t>Gavialidae</a:t>
            </a:r>
            <a:r>
              <a:rPr lang="en-US" sz="5400" dirty="0"/>
              <a:t>)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1990947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3"/>
    </mc:Choice>
    <mc:Fallback>
      <p:transition spd="slow" advTm="12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6CC64-30F5-480D-8549-71A4D1C5D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ru-RU" sz="1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07FA7F-6DDF-4B43-9149-1F0D7F5E1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97" y="1866899"/>
            <a:ext cx="9905998" cy="3124201"/>
          </a:xfrm>
        </p:spPr>
        <p:txBody>
          <a:bodyPr numCol="3">
            <a:noAutofit/>
          </a:bodyPr>
          <a:lstStyle/>
          <a:p>
            <a:r>
              <a:rPr lang="ru-RU" sz="1600" b="1" dirty="0"/>
              <a:t>Азия:</a:t>
            </a:r>
          </a:p>
          <a:p>
            <a:endParaRPr lang="ru-RU" sz="1600" dirty="0"/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/>
              <a:t>Гребнистый крокодил</a:t>
            </a:r>
            <a:r>
              <a:rPr lang="ru-RU" sz="1600" dirty="0"/>
              <a:t> (Юго-Восточная Азия)</a:t>
            </a:r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/>
              <a:t>Болотный крокодил (</a:t>
            </a:r>
            <a:r>
              <a:rPr lang="ru-RU" sz="1600" b="1" dirty="0" err="1"/>
              <a:t>Магер</a:t>
            </a:r>
            <a:r>
              <a:rPr lang="ru-RU" sz="1600" b="1" dirty="0"/>
              <a:t>)</a:t>
            </a:r>
            <a:r>
              <a:rPr lang="ru-RU" sz="1600" dirty="0"/>
              <a:t> (Индия, Пакистан)</a:t>
            </a:r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 err="1"/>
              <a:t>Гангский</a:t>
            </a:r>
            <a:r>
              <a:rPr lang="ru-RU" sz="1600" b="1" dirty="0"/>
              <a:t> гавиал</a:t>
            </a:r>
            <a:r>
              <a:rPr lang="ru-RU" sz="1600" dirty="0"/>
              <a:t> (Индия, Непал)</a:t>
            </a:r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/>
              <a:t>Сиамский крокодил</a:t>
            </a:r>
            <a:r>
              <a:rPr lang="ru-RU" sz="1600" dirty="0"/>
              <a:t> (Индокитай)</a:t>
            </a:r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/>
              <a:t>Китайский аллигатор</a:t>
            </a:r>
            <a:r>
              <a:rPr lang="ru-RU" sz="1600" dirty="0"/>
              <a:t> (Китай)</a:t>
            </a:r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/>
              <a:t>Филиппинский крокодил</a:t>
            </a:r>
            <a:r>
              <a:rPr lang="ru-RU" sz="1600" dirty="0"/>
              <a:t> (Филиппины)</a:t>
            </a:r>
          </a:p>
          <a:p>
            <a:r>
              <a:rPr lang="ru-RU" sz="1600" b="1" dirty="0"/>
              <a:t>Африка:</a:t>
            </a:r>
          </a:p>
          <a:p>
            <a:endParaRPr lang="ru-RU" sz="1600" dirty="0"/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/>
              <a:t>Нильский крокодил</a:t>
            </a:r>
            <a:r>
              <a:rPr lang="ru-RU" sz="1600" dirty="0"/>
              <a:t> (почти по всему континенту)</a:t>
            </a:r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/>
              <a:t>Пустынный крокодил</a:t>
            </a:r>
            <a:r>
              <a:rPr lang="ru-RU" sz="1600" dirty="0"/>
              <a:t> (Западная и Центральная Африка)</a:t>
            </a:r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/>
              <a:t>Африканский узкорылый крокодил</a:t>
            </a:r>
            <a:r>
              <a:rPr lang="ru-RU" sz="1600" dirty="0"/>
              <a:t> (Западная и Центральная Африка)</a:t>
            </a:r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/>
              <a:t>Тупорылый крокодил</a:t>
            </a:r>
            <a:r>
              <a:rPr lang="ru-RU" sz="1600" dirty="0"/>
              <a:t> (Западная и Центральная Африка)</a:t>
            </a:r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/>
              <a:t>Америка (Северная и Южная):</a:t>
            </a:r>
            <a:endParaRPr lang="ru-RU" sz="1600" dirty="0"/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 err="1"/>
              <a:t>Миссисипский</a:t>
            </a:r>
            <a:r>
              <a:rPr lang="ru-RU" sz="1600" b="1" dirty="0"/>
              <a:t> аллигатор</a:t>
            </a:r>
            <a:r>
              <a:rPr lang="ru-RU" sz="1600" dirty="0"/>
              <a:t> (США)</a:t>
            </a:r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/>
              <a:t>Острорылый крокодил</a:t>
            </a:r>
            <a:r>
              <a:rPr lang="ru-RU" sz="1600" dirty="0"/>
              <a:t> (Центральная Америка, США, Карибы)</a:t>
            </a:r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/>
              <a:t>Черный кайман</a:t>
            </a:r>
            <a:r>
              <a:rPr lang="ru-RU" sz="1600" dirty="0"/>
              <a:t> (бассейн Амазонки)</a:t>
            </a:r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/>
              <a:t>Крокодиловый кайман</a:t>
            </a:r>
            <a:r>
              <a:rPr lang="ru-RU" sz="1600" dirty="0"/>
              <a:t> (Центральная и Южная Америка)</a:t>
            </a:r>
          </a:p>
          <a:p>
            <a:r>
              <a:rPr lang="ru-RU" sz="1600" b="1" dirty="0"/>
              <a:t>Австралия:</a:t>
            </a:r>
          </a:p>
          <a:p>
            <a:pPr marL="1600200" lvl="1" indent="-1143000">
              <a:buFont typeface="+mj-lt"/>
              <a:buAutoNum type="romanUcPeriod"/>
            </a:pPr>
            <a:endParaRPr lang="ru-RU" sz="1600" dirty="0"/>
          </a:p>
          <a:p>
            <a:pPr marL="1600200" lvl="1" indent="-1143000">
              <a:buFont typeface="+mj-lt"/>
              <a:buAutoNum type="romanUcPeriod"/>
            </a:pPr>
            <a:r>
              <a:rPr lang="ru-RU" sz="1600" b="1" dirty="0"/>
              <a:t>Гребнистый крокодил</a:t>
            </a:r>
            <a:endParaRPr lang="ru-RU" sz="1600" dirty="0"/>
          </a:p>
          <a:p>
            <a:pPr marL="857250" lvl="1" indent="-400050">
              <a:buFont typeface="+mj-lt"/>
              <a:buAutoNum type="romanUcPeriod"/>
            </a:pPr>
            <a:r>
              <a:rPr lang="ru-RU" sz="1600" b="1" dirty="0"/>
              <a:t>Австралийский узкорылый крокодил</a:t>
            </a:r>
            <a:endParaRPr lang="ru-RU" sz="1600" dirty="0"/>
          </a:p>
          <a:p>
            <a:pPr lvl="1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785653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15"/>
    </mc:Choice>
    <mc:Fallback>
      <p:transition spd="slow" advTm="241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E7DED8-9E3F-4BF6-A92D-36B98C4CB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76" y="0"/>
            <a:ext cx="9905998" cy="1905000"/>
          </a:xfrm>
        </p:spPr>
        <p:txBody>
          <a:bodyPr>
            <a:normAutofit/>
          </a:bodyPr>
          <a:lstStyle/>
          <a:p>
            <a:r>
              <a:rPr lang="ru-RU" sz="4800" dirty="0"/>
              <a:t>Организация крокодилов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4D6B19-8FE0-4C1D-9508-F949F82A8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ru-RU" sz="6000" dirty="0"/>
              <a:t>Крокодилы</a:t>
            </a:r>
          </a:p>
          <a:p>
            <a:pPr lvl="1"/>
            <a:r>
              <a:rPr lang="ru-RU" sz="6000" dirty="0" err="1"/>
              <a:t>Крокодлы</a:t>
            </a:r>
            <a:r>
              <a:rPr lang="ru-RU" sz="6000" dirty="0"/>
              <a:t> </a:t>
            </a:r>
          </a:p>
          <a:p>
            <a:pPr lvl="1"/>
            <a:r>
              <a:rPr lang="ru-RU" sz="6000" dirty="0" err="1"/>
              <a:t>кококо</a:t>
            </a:r>
            <a:endParaRPr lang="ru-RU" sz="6000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sz="6000" dirty="0" err="1"/>
              <a:t>крокодлы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3453496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2"/>
    </mc:Choice>
    <mc:Fallback>
      <p:transition spd="slow" advTm="392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A9E023"/>
      </a:accent1>
      <a:accent2>
        <a:srgbClr val="1FCDB6"/>
      </a:accent2>
      <a:accent3>
        <a:srgbClr val="5F99C9"/>
      </a:accent3>
      <a:accent4>
        <a:srgbClr val="AE65D1"/>
      </a:accent4>
      <a:accent5>
        <a:srgbClr val="D06423"/>
      </a:accent5>
      <a:accent6>
        <a:srgbClr val="DCAB11"/>
      </a:accent6>
      <a:hlink>
        <a:srgbClr val="ADE133"/>
      </a:hlink>
      <a:folHlink>
        <a:srgbClr val="C2EA66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1FEE2289-88FB-467C-9C9A-54F3C85768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TM03457485[[fn=Сетка]]</Template>
  <TotalTime>67</TotalTime>
  <Words>226</Words>
  <Application>Microsoft Office PowerPoint</Application>
  <PresentationFormat>Широкоэкранный</PresentationFormat>
  <Paragraphs>67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</vt:lpstr>
      <vt:lpstr>Сетка</vt:lpstr>
      <vt:lpstr>Крокодилы лучшие звери</vt:lpstr>
      <vt:lpstr>Структура презентации</vt:lpstr>
      <vt:lpstr>Современные виды:</vt:lpstr>
      <vt:lpstr>Семейства:</vt:lpstr>
      <vt:lpstr>Презентация PowerPoint</vt:lpstr>
      <vt:lpstr>Организация крокодилов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Крокодилы лучшие звери</dc:title>
  <dc:creator>Ермаченко Александра</dc:creator>
  <cp:lastModifiedBy>Ермаченко Александра</cp:lastModifiedBy>
  <cp:revision>7</cp:revision>
  <dcterms:created xsi:type="dcterms:W3CDTF">2026-04-17T07:01:44Z</dcterms:created>
  <dcterms:modified xsi:type="dcterms:W3CDTF">2026-04-17T08:08:48Z</dcterms:modified>
</cp:coreProperties>
</file>