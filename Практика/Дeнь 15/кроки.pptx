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716B58-0606-4CFB-99F7-4FFFF9E7DCEE}">
  <a:tblStyle styleId="{7E716B58-0606-4CFB-99F7-4FFFF9E7DC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9c555188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9c555188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9c555188d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9c555188d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9c555188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9c555188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4K6dFG_GYvs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81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Крокодилы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ура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835950" y="445025"/>
            <a:ext cx="3996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крокики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4690" l="0" r="0" t="-4690"/>
          <a:stretch/>
        </p:blipFill>
        <p:spPr>
          <a:xfrm>
            <a:off x="311700" y="445025"/>
            <a:ext cx="4083225" cy="320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7100" y="1887272"/>
            <a:ext cx="4125200" cy="274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0" name="Google Shape;70;p15"/>
          <p:cNvGraphicFramePr/>
          <p:nvPr/>
        </p:nvGraphicFramePr>
        <p:xfrm>
          <a:off x="991450" y="781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{7E716B58-0606-4CFB-99F7-4FFFF9E7DCEE}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200">
                          <a:solidFill>
                            <a:srgbClr val="FFFFFF"/>
                          </a:solidFill>
                        </a:rPr>
                        <a:t>ВИД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200">
                          <a:solidFill>
                            <a:srgbClr val="FFFFFF"/>
                          </a:solidFill>
                        </a:rPr>
                        <a:t>Нильский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200">
                          <a:solidFill>
                            <a:srgbClr val="FFFFFF"/>
                          </a:solidFill>
                        </a:rPr>
                        <a:t>Кайман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200">
                          <a:solidFill>
                            <a:srgbClr val="FFFFFF"/>
                          </a:solidFill>
                        </a:rPr>
                        <a:t>Гребнистый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200">
                          <a:solidFill>
                            <a:srgbClr val="FFFFFF"/>
                          </a:solidFill>
                        </a:rPr>
                        <a:t>Миссисипский аллигатор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200">
                          <a:solidFill>
                            <a:srgbClr val="FFFFFF"/>
                          </a:solidFill>
                        </a:rPr>
                        <a:t>Размер самки(м)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900">
                          <a:solidFill>
                            <a:srgbClr val="FFFFFF"/>
                          </a:solidFill>
                        </a:rPr>
                        <a:t>3,5–5 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900">
                          <a:solidFill>
                            <a:srgbClr val="FFFFFF"/>
                          </a:solidFill>
                        </a:rPr>
                        <a:t>1,8–2,5 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900">
                          <a:solidFill>
                            <a:srgbClr val="FFFFFF"/>
                          </a:solidFill>
                        </a:rPr>
                        <a:t>4,3–5,5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900">
                          <a:solidFill>
                            <a:srgbClr val="FFFFFF"/>
                          </a:solidFill>
                        </a:rPr>
                        <a:t>3,4–4,6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2200">
                          <a:solidFill>
                            <a:srgbClr val="FFFFFF"/>
                          </a:solidFill>
                        </a:rPr>
                        <a:t>Размер самца(м)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900">
                          <a:solidFill>
                            <a:srgbClr val="FFFFFF"/>
                          </a:solidFill>
                        </a:rPr>
                        <a:t>2,2–3,8 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900">
                          <a:solidFill>
                            <a:srgbClr val="FFFFFF"/>
                          </a:solidFill>
                        </a:rPr>
                        <a:t>1,4 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900">
                          <a:solidFill>
                            <a:srgbClr val="FFFFFF"/>
                          </a:solidFill>
                        </a:rPr>
                        <a:t>2,5–3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900">
                          <a:solidFill>
                            <a:srgbClr val="FFFFFF"/>
                          </a:solidFill>
                        </a:rPr>
                        <a:t>2,6–3</a:t>
                      </a:r>
                      <a:endParaRPr b="1" sz="2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This video is made for commentary and educational purposes only. All content is transformed and edited with original voice-over and analysis.&#10;&#10;Мой Телеграм-канал: https://t.me/randalainen / По важным вопросам: trace4myself@gmail.com / Станьте спонсором канала, и вы получите доступ к эксклюзивным бонусам. Подробнее:&#10;https://www.youtube.com/channel/UCQz1XMX-QeSGUyZV7Dtgc5A/join /&#10;&#10;For any video removal requests, please email Trace4myself@gmail.com and I'll get back to you within 24 hours!&#10;&#10;Disclaimer: &#10;Copyright Disclaimer Under Section 107 of the Copyright Act 1976, allowance is made for &quot;fair use&quot; for purposes such as criticism, comment, news reporting, teaching, scholarship, and research. Fair use is a use permitted by copyright statutes that might otherwise be infringing. Non-profit, educational, or personal use tips the balance in favor of fair use." id="77" name="Google Shape;77;p16" title="Крокодилы 🐊 Живые Динозавры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9075" y="1536350"/>
            <a:ext cx="4036850" cy="227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